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35E3D4-CFD8-47CB-A74A-6821640D06E5}" v="371" dt="2025-05-29T12:45:43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DA031-78D9-17B3-ABD2-1BFABA908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0FF75D-5B5D-E14A-B34B-F193F0981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31E900-40C5-818E-7C90-8C4ECFAC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F1AFD1-45CA-737C-0EB0-5EC158512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355BCC-533C-2289-28C9-3B126957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284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49EA42-0D5F-7F4E-8B53-39BE9B044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6C615-0046-7CDF-6F37-76F5DD476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B535F-A009-3188-FF3B-341AF6F0D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D6700D-848B-ACAB-84A7-83C959214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1457D7-8722-8998-0B9C-BD47AFA2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535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CABE9-43A4-9043-A9D4-661E68C5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0B44EC-AF97-0882-FC74-89D796099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F28C0A-0AA6-7790-8F1D-D86E6DDB4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D6F0EE-4FC3-6966-29D9-4A953295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2F4EE0-9836-FBB5-3F47-5F2B6210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503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FA51F-8DE9-A3D7-1891-6F656F0F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57462-7693-5DE9-E232-EE4A7095D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52CE53-F11A-62EE-4CD8-CB47A1412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6571B7-6B17-115B-DDF3-DF48848A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3D889A-2D77-C0C4-4378-97664E63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610307-9DAB-6EEF-EEDA-D608BFB8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402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D4B2-682A-0FC8-4CF8-0615E9261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38BB1E-B966-0929-4944-15F18B1A5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B4896C-BFA1-F929-0AE9-4C30938E9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9870DC-E5D5-A2AA-CF26-5BD3DDD54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09E349-8329-E0D2-1820-F3C878AB5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F9B7E4-85EA-D307-EB09-4765BEAF4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7E5489-866B-BFE3-6D85-18AF3DCB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DC135F-7A5E-D466-2FED-461609AD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158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6667B-E969-CD7D-1F74-86D7F831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BA22170-7ED5-D95D-4646-6ABF1F6BC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645584-B7DA-80E2-F0DB-D80334D93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71D5F7-17DB-B25A-48AC-AF37984E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569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90711A-BB6C-A6A5-3827-3F1996DC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D2FED7-FAEF-81E8-800F-AE6B8D47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BD82A9-D1A9-9239-0C02-09DB977A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5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AE5970-92BD-4DA3-354A-4886DE98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08611C-3C5B-BAAE-53CD-E9E97B9AE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37D59-1338-0F6A-4B67-9C82BAC60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1F03FD-005E-A68E-ADE8-434F5AB3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326E82-4680-BB63-5E32-4AD107C7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A65592-8937-081B-F2D0-435E3F838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779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4FA860-6B79-74BD-5F47-42C0D831A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6A83A6-5922-1E3E-46A4-3099F82F7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58DF55-BFFA-768C-FE91-FAE7C0D97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6FB7B0-61B4-A632-1695-F2D54E7B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D2AF4B-1FCB-D325-487F-000BD331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0D8DE4-AC2F-D888-EF22-2CE1EE62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5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B545C2-80AC-060B-6FCB-744E9562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8236E5-7873-AF37-44F1-A96F9E7D3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BEAA37-FCF5-F872-2B2D-EB976431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FFB910-8190-8E59-6EAA-F91E11DEF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A87E0C-9016-E7E7-C891-9631703F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70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01A07C-EB44-F5E1-F915-EDF82C73C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96F20C-8116-8CED-1C44-A2AB0EB40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12FED4-5D4D-0E72-9A5A-B474A603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000CF-8826-B1FF-7AA0-AB82E6B86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20C986-6E21-406E-CED7-EF0E4C22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40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C7E36E5-7D22-AD25-F343-BB11760C9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F543D4-89FB-0C2D-405A-10F5BEE54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FA653-C4F4-457C-151F-9CA934874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E5FD4-3719-46C6-BEE1-D57D39104CB5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8C7F1B-F4E0-BCF3-6AD3-D5C080421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1019A3-8816-D68F-A02B-667BD6A3C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E59A2-2EDC-403A-AA55-C2C479D3C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52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1D36AC82-13AD-1333-7181-23DAB51BA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0109" y="4534911"/>
            <a:ext cx="9144000" cy="1655762"/>
          </a:xfrm>
        </p:spPr>
        <p:txBody>
          <a:bodyPr/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박찬웅</a:t>
            </a:r>
            <a:endParaRPr lang="en-US" altLang="ko-KR" dirty="0"/>
          </a:p>
          <a:p>
            <a:r>
              <a:rPr lang="ko-KR" altLang="en-US" dirty="0"/>
              <a:t>학번</a:t>
            </a:r>
            <a:r>
              <a:rPr lang="en-US" altLang="ko-KR" dirty="0"/>
              <a:t>: 2501110211</a:t>
            </a:r>
          </a:p>
          <a:p>
            <a:r>
              <a:rPr lang="ko-KR" altLang="en-US" dirty="0"/>
              <a:t>과목</a:t>
            </a:r>
            <a:r>
              <a:rPr lang="en-US" altLang="ko-KR" dirty="0"/>
              <a:t>: </a:t>
            </a:r>
            <a:r>
              <a:rPr lang="ko-KR" altLang="en-US" dirty="0"/>
              <a:t>웹프로그래밍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FBD05E-8A42-2003-0884-9D10B9BA4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763" y="1272786"/>
            <a:ext cx="7490691" cy="233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7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C3C02-1C66-6906-CA00-B5463F24B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</a:t>
            </a:r>
            <a:r>
              <a:rPr lang="en-US" altLang="ko-KR" dirty="0"/>
              <a:t>: </a:t>
            </a:r>
            <a:r>
              <a:rPr lang="ko-KR" altLang="en-US" dirty="0"/>
              <a:t>분위기에 맞는 음식점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39F4AE-6B1C-C4E8-45EB-39FCBBE0A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/>
              <a:t>이 주제를 고른 까닭은 평소에 </a:t>
            </a:r>
            <a:r>
              <a:rPr lang="ko-KR" altLang="en-US" dirty="0" err="1"/>
              <a:t>여자친구랑</a:t>
            </a:r>
            <a:r>
              <a:rPr lang="ko-KR" altLang="en-US" dirty="0"/>
              <a:t> 밥 먹으러 갈 때 </a:t>
            </a:r>
            <a:br>
              <a:rPr lang="en-US" altLang="ko-KR" dirty="0"/>
            </a:br>
            <a:r>
              <a:rPr lang="ko-KR" altLang="en-US" dirty="0"/>
              <a:t>분위기에 </a:t>
            </a:r>
            <a:r>
              <a:rPr lang="ko-KR" altLang="en-US" dirty="0" err="1"/>
              <a:t>분위기에</a:t>
            </a:r>
            <a:r>
              <a:rPr lang="ko-KR" altLang="en-US" dirty="0"/>
              <a:t> 따라 고르고 싶었던 적이 많았었는데 </a:t>
            </a:r>
            <a:br>
              <a:rPr lang="en-US" altLang="ko-KR" dirty="0"/>
            </a:br>
            <a:r>
              <a:rPr lang="ko-KR" altLang="en-US" dirty="0"/>
              <a:t>비슷한 분위기끼리 분류해 보여주는 음식 사이트가 </a:t>
            </a:r>
            <a:r>
              <a:rPr lang="ko-KR" altLang="en-US" dirty="0" err="1"/>
              <a:t>없었어서</a:t>
            </a:r>
            <a:r>
              <a:rPr lang="ko-KR" altLang="en-US" dirty="0"/>
              <a:t> 불편함을 겪었었다</a:t>
            </a:r>
            <a:r>
              <a:rPr lang="en-US" altLang="ko-KR" dirty="0"/>
              <a:t>. </a:t>
            </a:r>
            <a:r>
              <a:rPr lang="ko-KR" altLang="en-US" dirty="0"/>
              <a:t>그래서 나 같은 사람이 한 </a:t>
            </a:r>
            <a:r>
              <a:rPr lang="ko-KR" altLang="en-US" dirty="0" err="1"/>
              <a:t>명쯤은</a:t>
            </a:r>
            <a:r>
              <a:rPr lang="ko-KR" altLang="en-US" dirty="0"/>
              <a:t> 있을 거 같아 </a:t>
            </a:r>
            <a:r>
              <a:rPr lang="en-US" altLang="ko-KR" dirty="0"/>
              <a:t>“</a:t>
            </a:r>
            <a:r>
              <a:rPr lang="ko-KR" altLang="en-US" dirty="0"/>
              <a:t>아 내가 한 번 만들어보자</a:t>
            </a:r>
            <a:r>
              <a:rPr lang="en-US" altLang="ko-KR" dirty="0"/>
              <a:t>＂</a:t>
            </a:r>
            <a:r>
              <a:rPr lang="ko-KR" altLang="en-US" dirty="0"/>
              <a:t>는 생각이 들었다</a:t>
            </a:r>
            <a:r>
              <a:rPr lang="en-US" altLang="ko-KR" dirty="0"/>
              <a:t>. </a:t>
            </a:r>
            <a:r>
              <a:rPr lang="ko-KR" altLang="en-US" dirty="0"/>
              <a:t>그리고 </a:t>
            </a:r>
            <a:br>
              <a:rPr lang="en-US" altLang="ko-KR" dirty="0"/>
            </a:br>
            <a:r>
              <a:rPr lang="ko-KR" altLang="en-US" dirty="0"/>
              <a:t>비록 배운 지 얼마 안 돼 질이 떨어지지만 그분들에게 이 </a:t>
            </a:r>
            <a:br>
              <a:rPr lang="en-US" altLang="ko-KR" dirty="0"/>
            </a:br>
            <a:r>
              <a:rPr lang="ko-KR" altLang="en-US" dirty="0"/>
              <a:t>사이트를 바친다</a:t>
            </a:r>
            <a:r>
              <a:rPr lang="en-US" altLang="ko-KR" dirty="0"/>
              <a:t>.(</a:t>
            </a:r>
            <a:r>
              <a:rPr lang="ko-KR" altLang="en-US" dirty="0"/>
              <a:t>이 과제를 마친 뒤 더 갈고 닦아서 언젠간 </a:t>
            </a:r>
            <a:br>
              <a:rPr lang="en-US" altLang="ko-KR" dirty="0"/>
            </a:br>
            <a:r>
              <a:rPr lang="ko-KR" altLang="en-US" dirty="0"/>
              <a:t>이 웹페이지를 사용화 시킬 것이다</a:t>
            </a:r>
            <a:r>
              <a:rPr lang="en-US" altLang="ko-KR" dirty="0"/>
              <a:t>.)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8967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919DD-AC11-28FE-9021-3F56AFF3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사용된 주된 기술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24D3F4-5D6F-5FD9-AEC6-AC3B2FDF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작성된 모든 코드는 수업시간에 배운 것들이다</a:t>
            </a:r>
            <a:r>
              <a:rPr lang="en-US" altLang="ko-KR" dirty="0"/>
              <a:t>. </a:t>
            </a:r>
            <a:r>
              <a:rPr lang="ko-KR" altLang="en-US" dirty="0"/>
              <a:t>솔직히 </a:t>
            </a:r>
            <a:r>
              <a:rPr lang="en-US" altLang="ko-KR" dirty="0" err="1"/>
              <a:t>gpt</a:t>
            </a:r>
            <a:r>
              <a:rPr lang="ko-KR" altLang="en-US" dirty="0"/>
              <a:t>의 도움을 받아볼까 했지만 내가 해석한 교수님이 이 과제를 내주신 이유는 지금까지 </a:t>
            </a:r>
            <a:br>
              <a:rPr lang="en-US" altLang="ko-KR" dirty="0"/>
            </a:br>
            <a:r>
              <a:rPr lang="ko-KR" altLang="en-US" dirty="0"/>
              <a:t>배웠던 것들을 내 것으로 만들 수 있는 기회를 주신 것으로 판단했기 </a:t>
            </a:r>
            <a:br>
              <a:rPr lang="en-US" altLang="ko-KR" dirty="0"/>
            </a:br>
            <a:r>
              <a:rPr lang="ko-KR" altLang="en-US" dirty="0"/>
              <a:t>때문에 사용하지 않았다</a:t>
            </a:r>
            <a:r>
              <a:rPr lang="en-US" altLang="ko-KR" dirty="0"/>
              <a:t>. </a:t>
            </a:r>
            <a:r>
              <a:rPr lang="ko-KR" altLang="en-US" dirty="0"/>
              <a:t>비록 다 작성하고 결과를 보니 질이 </a:t>
            </a:r>
            <a:r>
              <a:rPr lang="ko-KR" altLang="en-US" dirty="0" err="1"/>
              <a:t>떨어졌긴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했지만 당연한 거다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여기서 느낀 점은 이렇게 시간을 투자해서 했어도 결과는 </a:t>
            </a:r>
            <a:br>
              <a:rPr lang="en-US" altLang="ko-KR" dirty="0"/>
            </a:br>
            <a:r>
              <a:rPr lang="ko-KR" altLang="en-US" dirty="0"/>
              <a:t>이정도인 것이다</a:t>
            </a:r>
            <a:r>
              <a:rPr lang="en-US" altLang="ko-KR" dirty="0"/>
              <a:t>. </a:t>
            </a:r>
            <a:r>
              <a:rPr lang="ko-KR" altLang="en-US" dirty="0"/>
              <a:t>내가 평소에 아무 </a:t>
            </a:r>
            <a:r>
              <a:rPr lang="ko-KR" altLang="en-US" dirty="0" err="1"/>
              <a:t>생각없이</a:t>
            </a:r>
            <a:r>
              <a:rPr lang="ko-KR" altLang="en-US" dirty="0"/>
              <a:t> 사용한 수 많은 사이트들은 얼마나 시간이 걸려 만들어진 건지</a:t>
            </a:r>
            <a:r>
              <a:rPr lang="en-US" altLang="ko-KR" dirty="0"/>
              <a:t>.. </a:t>
            </a:r>
            <a:r>
              <a:rPr lang="ko-KR" altLang="en-US" dirty="0"/>
              <a:t>만든 사람은 그러한 결과를 내기 위해 얼마나 많은 자기의 한계를 넘고 </a:t>
            </a:r>
            <a:r>
              <a:rPr lang="ko-KR" altLang="en-US" dirty="0" err="1"/>
              <a:t>견뎠을지</a:t>
            </a:r>
            <a:r>
              <a:rPr lang="en-US" altLang="ko-KR" dirty="0"/>
              <a:t>… </a:t>
            </a:r>
            <a:r>
              <a:rPr lang="ko-KR" altLang="en-US" dirty="0"/>
              <a:t>그리고 나는 오늘보다 나아진 내일이 되자는 마음을 다시 한 번 먹었다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6392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320D5-8E21-7412-4E43-CB04221A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스토리 보드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4E1BAD-D186-9B45-3DE9-7A1FEC316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804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41CD-F10B-DC6E-9C8B-E1E9EEFB4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피그마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A5D1EE-75BB-21FF-2C29-04FA90ADF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581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커피잔, 테이블웨어, 머그잔, 음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9A9F326-9013-9F15-39C9-EE5C23110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635"/>
            <a:ext cx="12192000" cy="607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1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91558-8604-B633-988B-5AD48C43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피그마</a:t>
            </a:r>
            <a:r>
              <a:rPr lang="ko-KR" altLang="en-US" dirty="0"/>
              <a:t> 주소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61BC67-12D0-677D-59A0-429DA9E7C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0790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F832D-D080-FF55-89C4-3327EDA3B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r>
              <a:rPr lang="ko-KR" altLang="en-US" dirty="0"/>
              <a:t> 주소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F0F626-537A-535A-EF2D-D3EB1A2A7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95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3A4F3E896C76B4CB4F91A9C61925CDC" ma:contentTypeVersion="11" ma:contentTypeDescription="새 문서를 만듭니다." ma:contentTypeScope="" ma:versionID="19f3ce87ebc9105ed03538c70630bb13">
  <xsd:schema xmlns:xsd="http://www.w3.org/2001/XMLSchema" xmlns:xs="http://www.w3.org/2001/XMLSchema" xmlns:p="http://schemas.microsoft.com/office/2006/metadata/properties" xmlns:ns2="ae6b662d-47b1-47cd-897d-6e52f5deb536" xmlns:ns3="cc4387b1-7576-45a6-b081-1890c050f750" targetNamespace="http://schemas.microsoft.com/office/2006/metadata/properties" ma:root="true" ma:fieldsID="d74808368cc9bace71ee23500acef5ef" ns2:_="" ns3:_="">
    <xsd:import namespace="ae6b662d-47b1-47cd-897d-6e52f5deb536"/>
    <xsd:import namespace="cc4387b1-7576-45a6-b081-1890c050f750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6b662d-47b1-47cd-897d-6e52f5deb536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8000a940-ae6c-43da-b619-de366c7f0a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4387b1-7576-45a6-b081-1890c050f75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8a869e-c3c0-468d-afcd-bd8e08371639}" ma:internalName="TaxCatchAll" ma:showField="CatchAllData" ma:web="cc4387b1-7576-45a6-b081-1890c050f7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6b662d-47b1-47cd-897d-6e52f5deb536">
      <Terms xmlns="http://schemas.microsoft.com/office/infopath/2007/PartnerControls"/>
    </lcf76f155ced4ddcb4097134ff3c332f>
    <ReferenceId xmlns="ae6b662d-47b1-47cd-897d-6e52f5deb536" xsi:nil="true"/>
    <TaxCatchAll xmlns="cc4387b1-7576-45a6-b081-1890c050f75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02448C-F045-495F-A1C8-84D402258D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6b662d-47b1-47cd-897d-6e52f5deb536"/>
    <ds:schemaRef ds:uri="cc4387b1-7576-45a6-b081-1890c050f7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E026EA8-43B5-4959-97BB-081FB1E673BF}">
  <ds:schemaRefs>
    <ds:schemaRef ds:uri="ae6b662d-47b1-47cd-897d-6e52f5deb536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cc4387b1-7576-45a6-b081-1890c050f750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5AF25B1-5D4C-489E-8DAE-6C0A33E374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206</Words>
  <Application>Microsoft Office PowerPoint</Application>
  <PresentationFormat>와이드스크린</PresentationFormat>
  <Paragraphs>11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주제: 분위기에 맞는 음식점</vt:lpstr>
      <vt:lpstr>사용된 주된 기술</vt:lpstr>
      <vt:lpstr>스토리 보드</vt:lpstr>
      <vt:lpstr>피그마</vt:lpstr>
      <vt:lpstr>PowerPoint 프레젠테이션</vt:lpstr>
      <vt:lpstr>피그마 주소</vt:lpstr>
      <vt:lpstr>깃허브 주소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박찬웅</dc:creator>
  <cp:lastModifiedBy>박찬웅</cp:lastModifiedBy>
  <cp:revision>2</cp:revision>
  <dcterms:created xsi:type="dcterms:W3CDTF">2025-05-12T07:06:06Z</dcterms:created>
  <dcterms:modified xsi:type="dcterms:W3CDTF">2025-05-29T13:00:48Z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0x01010053A4F3E896C76B4CB4F91A9C61925CDC</vt:lpwstr>
  </property>
  <property fmtid="{D5CDD505-2E9C-101B-9397-08002B2CF9AE}" pid="3" name="MediaServiceImageTags">
    <vt:lpwstr/>
  </property>
</Properties>
</file>